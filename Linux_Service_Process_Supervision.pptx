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 ·  25CS2104E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Service and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Supervision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77840" y="822960"/>
            <a:ext cx="3200400" cy="329184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77840" y="82296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5577840" y="1005840"/>
            <a:ext cx="3200400" cy="1371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0" y="868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●  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0" y="128016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./supervisor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PROCESS SUPERVISION 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List Processes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Monitor Resources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Service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Start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Stop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Restart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Exit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_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Niharika (2520030589)  ·  M. Shravya (2520030588)  ·  V. Satish (2520030302)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 ·  Team 25  ·  2026-27 Term-I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68680"/>
            <a:ext cx="91440" cy="146304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601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and monitoring multiple processes and system services in a Linux environment can be difficult when relying only on individual command-line utilities. Users face challenges in identifying resource-intensive processes, detecting inactive or failed services, and controlling services efficiently.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1089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display status &amp; details of running processes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926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31089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CPU &amp; memory utilization; identify resource-heavy processes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0233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977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services: start, stop, restart, and check status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40233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0" y="3977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OS concepts: process management, system calls &amp; Linux utilities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97280"/>
            <a:ext cx="365760" cy="36576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57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Processes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· State · CPU · Memory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60320" y="91440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97480" y="1097280"/>
            <a:ext cx="365760" cy="36576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11" name="Text 8"/>
          <p:cNvSpPr/>
          <p:nvPr/>
        </p:nvSpPr>
        <p:spPr>
          <a:xfrm>
            <a:off x="269748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544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057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Monitor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5176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&amp; Memory usage tracking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91440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92040" y="1097280"/>
            <a:ext cx="365760" cy="36576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17" name="Text 13"/>
          <p:cNvSpPr/>
          <p:nvPr/>
        </p:nvSpPr>
        <p:spPr>
          <a:xfrm>
            <a:off x="489204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5544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2057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Status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4632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· Inactive · Failed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949440" y="91440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086600" y="1097280"/>
            <a:ext cx="365760" cy="36576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23" name="Text 18"/>
          <p:cNvSpPr/>
          <p:nvPr/>
        </p:nvSpPr>
        <p:spPr>
          <a:xfrm>
            <a:off x="708660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55448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2057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Service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04088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start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65760" y="288036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02920" y="3063240"/>
            <a:ext cx="365760" cy="36576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29" name="Text 23"/>
          <p:cNvSpPr/>
          <p:nvPr/>
        </p:nvSpPr>
        <p:spPr>
          <a:xfrm>
            <a:off x="5029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20440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57200" y="4023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Service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57200" y="4297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stop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2560320" y="288036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2697480" y="3063240"/>
            <a:ext cx="365760" cy="36576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35" name="Text 28"/>
          <p:cNvSpPr/>
          <p:nvPr/>
        </p:nvSpPr>
        <p:spPr>
          <a:xfrm>
            <a:off x="26974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520440"/>
            <a:ext cx="411480" cy="411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651760" y="4023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Service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2651760" y="4297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restart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754880" y="288036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892040" y="3063240"/>
            <a:ext cx="365760" cy="36576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41" name="Text 33"/>
          <p:cNvSpPr/>
          <p:nvPr/>
        </p:nvSpPr>
        <p:spPr>
          <a:xfrm>
            <a:off x="48920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3520440"/>
            <a:ext cx="411480" cy="4114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846320" y="4023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Failures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4846320" y="4297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Inactive / unexpected stops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6949440" y="2880360"/>
            <a:ext cx="2057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7086600" y="3063240"/>
            <a:ext cx="365760" cy="36576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47" name="Text 38"/>
          <p:cNvSpPr/>
          <p:nvPr/>
        </p:nvSpPr>
        <p:spPr>
          <a:xfrm>
            <a:off x="70866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3520440"/>
            <a:ext cx="411480" cy="41148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040880" y="4023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300" dirty="0"/>
          </a:p>
        </p:txBody>
      </p:sp>
      <p:sp>
        <p:nvSpPr>
          <p:cNvPr id="50" name="Text 40"/>
          <p:cNvSpPr/>
          <p:nvPr/>
        </p:nvSpPr>
        <p:spPr>
          <a:xfrm>
            <a:off x="7040880" y="4297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program termination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Concepts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43000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0D6EF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manage running processes via PID, state, and control operations.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143000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0D6EFD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143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running, sleeping, stopped, and terminated processes.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143000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0D6EF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143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/ exec()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execute new processes for supervision tasks.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08960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0D6EF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08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 / waitpid()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child processes and detect their termination.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288036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3108960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0D6EFD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108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kill() / Signals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or terminate processes using Linux signals.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288036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3108960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0D6EF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108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&amp; systemctl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process info from /proc; manage services with systemctl.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640080" cy="64008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554480" y="1280160"/>
            <a:ext cx="365760" cy="274320"/>
          </a:xfrm>
          <a:prstGeom prst="rightArrow">
            <a:avLst/>
          </a:prstGeom>
          <a:solidFill>
            <a:srgbClr val="DEE2E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01168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menu option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(process / service)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640080" cy="64008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365760" cy="274320"/>
          </a:xfrm>
          <a:prstGeom prst="rightArrow">
            <a:avLst/>
          </a:prstGeom>
          <a:solidFill>
            <a:srgbClr val="DEE2E6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201168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488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26517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 in main()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1097280"/>
            <a:ext cx="640080" cy="64008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20640" y="1280160"/>
            <a:ext cx="365760" cy="274320"/>
          </a:xfrm>
          <a:prstGeom prst="rightArrow">
            <a:avLst/>
          </a:prstGeom>
          <a:solidFill>
            <a:srgbClr val="DEE2E6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201168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93192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26517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listProcs(), startSvc()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monitorResources()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097280"/>
            <a:ext cx="640080" cy="64008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903720" y="1280160"/>
            <a:ext cx="365760" cy="274320"/>
          </a:xfrm>
          <a:prstGeom prst="rightArrow">
            <a:avLst/>
          </a:prstGeom>
          <a:solidFill>
            <a:srgbClr val="DEE2E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23560" y="201168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15000" y="26517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/proc, systemctl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fork, kill, wait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09560" y="1097280"/>
            <a:ext cx="640080" cy="64008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406640" y="2011680"/>
            <a:ext cx="1645920" cy="1828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9808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98080" y="26517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table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160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7F1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flow:  Collect system info  →  Process &amp; analyze data  →  Display status  →  Perform user operations  →  Continuously monitor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and System Calls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383280"/>
              </a:tblGrid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Calls / Utilities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EF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Processes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open(/proc), readdir, 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PID, state, CPU%, MEM%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Resources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/proc/[pid]/stat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high CPU/memory processes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systemctl status / is-active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active, inactive, or 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systemctl start &lt;svc&gt;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a stopped Linux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systemctl stop &lt;svc&gt;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Gracefully stop a running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systemctl restart &lt;svc&gt;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then start the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kill(), killpg()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SIGTERM / SIGKILL to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System Access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/proc filesystem and systemctl for real-time process &amp; service data.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9184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2344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192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Awareness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52044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CPU- and memory-intensive processes for better system health.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17920" y="960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344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Control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4652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stop, and restart services from a single unified interface.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6576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 Demo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9436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use of process states, signals, system calls, and Linux utilities.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29184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3192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52044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terminal tool — easy to use and understand.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21792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5800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Ubuntu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44652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tested on standard Linux environments with systemd.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Demo, Tools &amp; Outcome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57200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777240"/>
            <a:ext cx="4572000" cy="320040"/>
          </a:xfrm>
          <a:prstGeom prst="roundRect">
            <a:avLst>
              <a:gd name="adj" fmla="val 28571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4572000" cy="1371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●  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4297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gcc supervisor.c -o supervisor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./supervisor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  STATE   CPU%   MEM%   CMD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  R       12.3   4.1    nginx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5678  S        0.1   1.2    bash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'ssh' started successfully.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7772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94960" y="914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94960" y="1280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Linux  ·  C / C++  ·  GCC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Calls / POSIX APIs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/ systemctl  ·  Git &amp; GitHub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237744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94960" y="2514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2880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Linux system for monitoring processes &amp; services, demonstrating process management, system calls, and service supervision concepts.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Service and Process Supervision</dc:title>
  <dc:subject>Operating Systems and Systems Programming - 25CS2104E</dc:subject>
  <dc:creator>Team 25</dc:creator>
  <cp:lastModifiedBy>Team 25</cp:lastModifiedBy>
  <cp:revision>1</cp:revision>
  <dcterms:created xsi:type="dcterms:W3CDTF">2026-09-25T12:23:42Z</dcterms:created>
  <dcterms:modified xsi:type="dcterms:W3CDTF">2026-09-25T12:23:42Z</dcterms:modified>
</cp:coreProperties>
</file>